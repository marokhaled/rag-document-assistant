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📚 RAG-POWERED DOCUMENT ASSISTANT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An Enterprise-Grade Grounded Question Answering System for Academic &amp; Technical PDFs</a:t>
            </a:r>
          </a:p>
          <a:p>
            <a:pPr>
              <a:spcBef>
                <a:spcPts val="4000"/>
              </a:spcBef>
              <a:defRPr sz="1400" b="1">
                <a:solidFill>
                  <a:srgbClr val="10B981"/>
                </a:solidFill>
              </a:defRPr>
            </a:pPr>
            <a:r>
              <a:t>Student Name: Maro Khaled  |  Level 2 Summer Training / Graduation Project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Technologies: Python • FastAPI • ChromaDB • SentenceTransformers • Ollama LLM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🔍 Keyword Search Limits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</a:defRPr>
            </a:pPr>
            <a:r>
              <a:t>Traditional document search relies on exact string matching. It fails to capture semantic meaning, synonyms, or conceptual questions across course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🤖 LLM Hallucinations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</a:defRPr>
            </a:pPr>
            <a:r>
              <a:t>Standard Large Language Models generate confident but fabricated answers ('hallucinations') when asked about specific course notes or custom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📌 Lack of Citation Grounding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</a:defRPr>
            </a:pPr>
            <a:r>
              <a:t>Students need verifiable answers. Traditional search engines and raw LLMs do not pinpoint the exact document and page number source for each statement.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End-to-End RAG Architecture &amp;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Ingestion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PyPDF extracts raw text from PDF files in data/raw/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8288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2. Chunking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Sliding window chunking (800 chars, 150 overlap) with page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3. Embeddings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all-MiniLM-L6-v2 encodes text into 384-D dense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82880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4. Vector DB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ChromaDB stores embeddings &amp; metadatas on disk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5. FastAPI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Preloaded Lifespan serves async /query REST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2062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6. Local LLM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Ollama (llama3.2) generates grounded answer with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062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7. Streamlit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User asks questions &amp; views grounded answers + page badges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Dataset Collection &amp; Data Inspection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6217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Document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CS101 Operating Systems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CS102 Database Management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CS103 Computer Networks Handout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CS104 Software Engineering Principles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828800"/>
            <a:ext cx="4114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📊 Corpus Inspection Summary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Total Documents: 4 Core CS Modules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Total Pages: 16 Pages Extracted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Total Words: 1,588 Words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OCR Check: 100% Text Extractable (0 Scanned Pages)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Domain Scope: Operating Systems, Databases, Computer Networks,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Chunking Strategy &amp; Vector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✂️ Sliding Window Chunking Strategy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Chunk Size (800 Chars): Captures full technical paragraphs without context fragmentation.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Chunk Overlap (150 Chars): Preserves semantic continuity across sentence split boundaries.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Metadata Preservation: Every chunk stores document name, page number, and unique chunk_id.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Total Extracted Chunks: 18 Vector Chunks across all 4 CS reference guides.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⚡ Embeddings &amp; ChromaDB Vector DB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Embedding Model: sentence-transformers/all-MiniLM-L6-v2 (384-dimensional dense vectors).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Vector Store: ChromaDB with Cosine Similarity metric (hnsw:space: cosine).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Persistence: Database saved to disk at backend/data/vector_store/.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Lifespan Serving: Loaded ONCE at backend startup for zero-latency request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FastAPI Backend &amp; API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486400" cy="41148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FastAPI Endpoints &amp; Payload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GET /health -&gt; Health &amp; Model Metrics</a:t>
            </a:r>
            <a:br/>
            <a:r>
              <a:t>POST /query -&gt; Grounded Q&amp;A</a:t>
            </a:r>
            <a:br/>
            <a:br/>
            <a:r>
              <a:t># Query Request Payload:</a:t>
            </a:r>
            <a:br/>
            <a:r>
              <a:t>{</a:t>
            </a:r>
            <a:br/>
            <a:r>
              <a:t>  "question": "What is virtual memory?"</a:t>
            </a:r>
            <a:br/>
            <a:r>
              <a:t>}</a:t>
            </a:r>
            <a:br/>
            <a:br/>
            <a:r>
              <a:t># Grounded Response Payload:</a:t>
            </a:r>
            <a:br/>
            <a:r>
              <a:t>{</a:t>
            </a:r>
            <a:br/>
            <a:r>
              <a:t>  "answer": "Virtual memory is a memory management...",</a:t>
            </a:r>
            <a:br/>
            <a:r>
              <a:t>  "sources": [</a:t>
            </a:r>
            <a:br/>
            <a:r>
              <a:t>    {</a:t>
            </a:r>
            <a:br/>
            <a:r>
              <a:t>      "document": "CS101_Operating_Systems_Guide.pdf",</a:t>
            </a:r>
            <a:br/>
            <a:r>
              <a:t>      "page": 3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8288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💡 Key Backend Implementation Features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FastAPI Lifespan startup preloads ChromaDB and SentenceTransformers ONCE.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Pydantic settings &amp; validation enforce valid question input (HTTP 422 error on empty queries).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CORS Middleware enables seamless frontend cross-origin requests.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Automated Pytest suite verifies 100% route correctness (4 passed tests).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Streamlit User Interface &amp;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💬 Interactive Question Input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Text area for asking grounded questions on OS, Databases, Networks, and Software Engineering.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💡 Grounded Answer Card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Dark-theme styled answer card displaying precise responses generated by local Ollama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📄 Collapsible Citations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Expandable citation list displaying exact source PDF document name, page number, and text excerpt.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206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⚙️ Real-Time System Status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Sidebar monitoring FastAPI connection status, total indexed vector count, and Ollama LLM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Empirical Evaluation Benchmarks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11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Total Evaluation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828800"/>
            <a:ext cx="256032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Retrieval Precision@K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Groundedness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828800"/>
            <a:ext cx="256032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Out-of-Domain 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🔍 Evaluation Findings &amp; Mitigation Strategies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High Context Relevance: Vector search retrieved exact document pages for OS, DBMS, Networks, and SE queries.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Ambiguous Term Disambiguation: Source PDF titles (e.g., CS101 vs CS102) disambiguate overlapping terms like 'Locking'.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Out-of-Domain Rejection: Unsupported queries (e.g., Quantum Computing) return low similarity distance, prompting exact refusal: 'I could not find this information in the provided documents.'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Benchmark Dataset: Exported to evaluation/evaluation_results.csv and rendered dynamically in Jupyter Notebook.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GRADUATION PROJECT PRESENTATION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Extended Track: Vision &amp; Multimodal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🖼️ Vision &amp; Diagram Context Fusion Pipeline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1. Diagram &amp; Image Parsing: Pretrained YOLO / OCR models process architectural flowcharts and lecture diagrams.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2. Entity Bounding Box Detection: Extracted bounding box labels (e.g., Process States: New, Ready, Running, Waiting, Terminated) are structured as JSON metadata.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3. Multimodal Context Fusion: Vision entity descriptions are merged into the LLM context prompt alongside text chunks.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4. Grounded Visual QA: Enables the RAG assistant to answer questions about architecture diagrams alongside text PDFs.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 &amp; Project Summary</a:t>
            </a:r>
          </a:p>
          <a:p>
            <a:pPr>
              <a:spcBef>
                <a:spcPts val="1400"/>
              </a:spcBef>
              <a:defRPr sz="1500" b="0">
                <a:solidFill>
                  <a:srgbClr val="FFFFFF"/>
                </a:solidFill>
              </a:defRPr>
            </a:pPr>
            <a:r>
              <a:t>✅ Delivered 100% complete RAG product from raw PDFs to deployed web application.</a:t>
            </a:r>
          </a:p>
          <a:p>
            <a:pPr>
              <a:spcBef>
                <a:spcPts val="1400"/>
              </a:spcBef>
              <a:defRPr sz="1500" b="0">
                <a:solidFill>
                  <a:srgbClr val="FFFFFF"/>
                </a:solidFill>
              </a:defRPr>
            </a:pPr>
            <a:r>
              <a:t>✅ Verified end-to-end flow: PyPDF ➔ ChromaDB ➔ FastAPI ➔ Ollama LLM ➔ Streamlit UI.</a:t>
            </a:r>
          </a:p>
          <a:p>
            <a:pPr>
              <a:spcBef>
                <a:spcPts val="1400"/>
              </a:spcBef>
              <a:defRPr sz="1500" b="0">
                <a:solidFill>
                  <a:srgbClr val="FFFFFF"/>
                </a:solidFill>
              </a:defRPr>
            </a:pPr>
            <a:r>
              <a:t>✅ Passing Pytest test suite (4/4 tests passed).</a:t>
            </a:r>
          </a:p>
          <a:p>
            <a:pPr>
              <a:spcBef>
                <a:spcPts val="1400"/>
              </a:spcBef>
              <a:defRPr sz="1500" b="0">
                <a:solidFill>
                  <a:srgbClr val="FFFFFF"/>
                </a:solidFill>
              </a:defRPr>
            </a:pPr>
            <a:r>
              <a:t>✅ Containerized with Docker &amp; Docker Compose.</a:t>
            </a:r>
          </a:p>
          <a:p>
            <a:pPr>
              <a:spcBef>
                <a:spcPts val="1400"/>
              </a:spcBef>
              <a:defRPr sz="1500" b="1">
                <a:solidFill>
                  <a:srgbClr val="10B981"/>
                </a:solidFill>
              </a:defRPr>
            </a:pPr>
            <a:r>
              <a:t>🔗 Published Repository: https://github.com/Marokhaled/RAG-Document-Assistant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